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457200"/>
            <a:ext cx="1828800" cy="18157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  <a:latin typeface="Arial"/>
              </a:defRPr>
            </a:pPr>
            <a:r>
              <a:t>AYDIN İL MİLLİ EĞİTİM MÜDÜRLÜĞÜ</a:t>
            </a:r>
          </a:p>
          <a:p>
            <a:pPr algn="ctr">
              <a:spcBef>
                <a:spcPts val="1500"/>
              </a:spcBef>
              <a:defRPr sz="2200">
                <a:solidFill>
                  <a:srgbClr val="C0392B"/>
                </a:solidFill>
                <a:latin typeface="Arial"/>
              </a:defRPr>
            </a:pPr>
            <a:r>
              <a:t>Staj Çalışmaları ve Yapay Zeka Destekli İstatistik Bilgi Sistemi Projesi</a:t>
            </a:r>
          </a:p>
          <a:p>
            <a:pPr algn="ctr">
              <a:spcBef>
                <a:spcPts val="30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Hazırlayan: Nedim ALPTEKİN</a:t>
            </a:r>
            <a:br/>
            <a:r>
              <a:t>Öğrenci No: 2212903054</a:t>
            </a:r>
            <a:br/>
            <a:r>
              <a:t>Tarih: Haziran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Staj Yapılan Kurum ve Birim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Aydın İl Milli Eğitim Müdürlüğü (Aydın MEM)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İl genelindeki 17 ilçede bulunan okul, öğrenci, öğretmen ve eğitim tesislerinin yönetiminden sorumludur.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Bilgi İşlem ve İstatistik Şubesi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Kurumun dijital altyapısını yönetir.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e-Okul, MEBBİS ve diğer resmi veri tabanlarındaki istatistiksel verilerin doğruluğunu, saklanmasını ve raporlanmasını koordine eder.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Stajın Temel Amacı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Eğitim istatistiklerinin sorgulanması ve raporlanması süreçlerini modernize etmek, kullanıcı dostu hale getirmek.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Mevcut Sorunlar ve Proje İhtiyacı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Klasik Veri Raporlama Zorlukları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e-Okul ve MEBBİS verilerinin genellikle statik tablolar halinde olması ve arama yapmanın uzmanlık gerektirmesi.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Karar vericilerin (Müdür, Şube Müdürü vb.) anlık verilere (örn: 'ilçedeki yabancı uyruklu öğrenci sayısı') ulaşmakta zaman kaybetmesi.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Çözüm Odaklı Yaklaşım: MEB Prompter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Doğal dil işleme (NLP) yeteneğine sahip, arama motoru kolaylığında çalışan bir web uygulaması.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Kullanıcıların sadece Türkçe soru sorarak (örn: 'Kuşadası'nda kaç ilkokul var?') istatistiklere anında erişebilmesi.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Geliştirilen Sistem: MEB İstatistik Asistanı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Yapay Zeka Entegrasyonu (Gemini AI)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Google Gemini 2.0 Flash modeli kullanılarak doğal dildeki sorular analiz edilir ve yanıt üretilir.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İnteraktif Yoğunluk Haritası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Leaflet.js kütüphanesi kullanılarak öğretmen, öğrenci ve okul sayıları ilçe bazında görselleştirilir.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Akıllı Filtreleme Sistemi (Okul Sorgula)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Deprem risk analizi, derslik, taşımalı eğitim gibi 30'dan fazla kriterle analiz.</a:t>
            </a:r>
          </a:p>
        </p:txBody>
      </p:sp>
      <p:pic>
        <p:nvPicPr>
          <p:cNvPr id="5" name="Picture 4" descr="media__17803098276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449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Teknik Altyapı ve Mimarisi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Ön Yüz (Frontend): HTML5, CSS3, Vanilla JS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Kurumsal ağ kısıtlamalarına takılmaması için tamamen istemci tarafında (Client-Side) çalışan hafif mimari.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Yapay Zeka ve Veri Bağlamı (Prompt Context):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Kullanıcının sorusuna göre MEB veritabanından ilgili özet metin oluşturulur ve Gemini API'ye bağlam olarak beslenir.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Harita Entegrasyonları: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Leaflet.js ile coğrafi veri haritalandırma tecrübesi.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Staj Süresince Yaptığım Çalışmalar &amp; Katkılarım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1. Dinamik Belge ve Veri Yükleme Modülü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Excel (.xlsx), Word (.docx) ve PDF (.pdf) belgelerinin sürükle-bırak ile sisteme yüklenmesi sağlandı.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2. Canlı Veri Senkronizasyonu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Excel'den yüklenen yeni verilerin sorgu tablosunda, istatistik kartlarında ve haritada canlı güncellenmesi sağlandı.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3. Belge Analiz Sistemi (RAG)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PDF ve Word dosyalarındaki metinlerin ayıklanarak Gemini API sohbet bağlamına eklenmesi sağlandı (25.000 karakterlik limit).</a:t>
            </a:r>
          </a:p>
        </p:txBody>
      </p:sp>
      <p:pic>
        <p:nvPicPr>
          <p:cNvPr id="5" name="Picture 4" descr="media__1780310518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415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rial"/>
              </a:defRPr>
            </a:pPr>
            <a:r>
              <a:t>Edinilen Deneyimler ve Kazanımlar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45720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Teknik Kazanımlar: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Google Gemini AI API ile entegrasyon deneyimi ve Prompt mühendisliği.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SheetJS (XLSX), Mammoth.js ve PDF.js ile istemci tarafında dosya okuma ve veri işleme yetkinliği.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Leaflet.js ile coğrafi veri haritalandırma tecrübesi.</a:t>
            </a:r>
          </a:p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  <a:latin typeface="Arial"/>
              </a:defRPr>
            </a:pPr>
            <a:r>
              <a:t>• Profesyonel Kazanımlar: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Kurumsal ihtiyaç analizi yapma ve kullanıcı deneyimine (UX) göre arayüz geliştirme.</a:t>
            </a:r>
          </a:p>
          <a:p>
            <a:pPr lvl="1">
              <a:spcAft>
                <a:spcPts val="14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JavaScript tabanlı asenkron programlama ve tarayıcı hafıza (localStorage) yönetimi.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e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457200"/>
            <a:ext cx="1828800" cy="18157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Arial"/>
              </a:defRPr>
            </a:pPr>
            <a:r>
              <a:t>TEŞEKKÜRLER</a:t>
            </a:r>
          </a:p>
          <a:p>
            <a:pPr algn="ctr">
              <a:spcBef>
                <a:spcPts val="1500"/>
              </a:spcBef>
              <a:defRPr sz="2000">
                <a:solidFill>
                  <a:srgbClr val="C0392B"/>
                </a:solidFill>
                <a:latin typeface="Arial"/>
              </a:defRPr>
            </a:pPr>
            <a:r>
              <a:t>Sorularınız ve Değerlendirmeleriniz</a:t>
            </a:r>
          </a:p>
          <a:p>
            <a:pPr algn="ctr">
              <a:spcBef>
                <a:spcPts val="30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Nedim ALPTEKİN</a:t>
            </a:r>
            <a:br/>
            <a:r>
              <a:t>Öğrenci No: 2212903054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